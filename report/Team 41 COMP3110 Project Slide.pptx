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25"/>
  </p:normalViewPr>
  <p:slideViewPr>
    <p:cSldViewPr snapToGrid="0">
      <p:cViewPr varScale="1">
        <p:scale>
          <a:sx n="91" d="100"/>
          <a:sy n="91" d="100"/>
        </p:scale>
        <p:origin x="192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3E39E-F1A0-A768-0C71-E09AF58786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EC9C86-7CBF-84F3-87F8-F64C4DF95D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1FB38-9340-464B-9A3C-6CBD1C547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CF107-4F7A-6540-B668-E4FD9C421C90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D8458-7833-F059-D855-4BD53AEEA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39751-6977-93C5-CAE9-05293A0B4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71A01-0916-7B44-8A8B-BBCDD5417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02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19794-B464-B2B5-1C46-9A2E6B468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85058-7CC3-06CC-9182-8F71A67F0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4AE23-B379-C3F8-8B0F-2C76AA372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CF107-4F7A-6540-B668-E4FD9C421C90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5D357-89A5-AD24-715F-66880BB93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28C27-D54E-9EBA-7FD9-CAB0CA2EC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71A01-0916-7B44-8A8B-BBCDD5417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148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8AD20-F907-80B1-851B-31CD0A26B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C52EC-7DEB-E331-AFAB-A84802567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62100-532A-75CF-762D-63CB17BD3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CF107-4F7A-6540-B668-E4FD9C421C90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87AF6-3555-36FF-4E46-D67FF03E1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C678B-142C-300B-1BF8-7DC2CB34B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71A01-0916-7B44-8A8B-BBCDD5417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3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98D55-2859-AD85-17C2-85DBF8288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53782-8BA0-02D0-037D-C1AD54A065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640DF1-6880-7F33-9E0F-5E6CAFD6D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721A7-3C14-1DD8-BD2D-1F1575D77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CF107-4F7A-6540-B668-E4FD9C421C90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1CE405-BF19-4F70-B2DB-26BBB5302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891DB2-6B72-728B-0F35-7DD486FEB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71A01-0916-7B44-8A8B-BBCDD5417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945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BD615-8699-D142-D472-20D35AB1A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C02C6-8959-040F-DFC0-B5B42AF85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0EE55-4BB0-7AF9-0C79-1D5C98110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45FB4A-74C8-8A2E-E360-9A01F63F96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B59848-8870-564E-CF57-8E4E874DE1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673A9A-04BE-A224-6C42-E2FB543B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CF107-4F7A-6540-B668-E4FD9C421C90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0A64AA-D30E-4EA2-5123-95EF9C35E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0BD947-A172-4211-BB19-F4426C643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71A01-0916-7B44-8A8B-BBCDD5417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73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53D80-9AF6-9B7B-B130-2B30FF3CE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5ADC9E-6268-FADA-E736-37676226E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CF107-4F7A-6540-B668-E4FD9C421C90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67B39F-C4D0-14AB-9B31-18B7413AE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406840-8C2E-B6A1-D01F-81636D97B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71A01-0916-7B44-8A8B-BBCDD5417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90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1A8548-C9C4-6D19-F883-A2E975235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CF107-4F7A-6540-B668-E4FD9C421C90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245406-D24B-35E6-6521-EE82C6FF5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25B60-B20C-017C-C8A8-2732169C8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71A01-0916-7B44-8A8B-BBCDD5417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02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6963E-E752-55FA-3BAE-B3D3E5D38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BB84A-C6DA-95BF-5EAE-33CC8637A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66306-1F88-1CC9-9094-5B8B74D31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96678-33AB-2392-9F32-381947BA3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CF107-4F7A-6540-B668-E4FD9C421C90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185AE-F24C-E85B-5AF5-47F1C69D2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16734-43E5-73F2-3A19-A53EADD0A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71A01-0916-7B44-8A8B-BBCDD5417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664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649AA-9A9B-B345-0B79-03226A265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6340FE-525B-B9EF-CF7D-E156FE17F5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8B1769-31E0-51C7-94EF-5006A23CE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4224A-2C16-C415-46AC-A2C182177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CF107-4F7A-6540-B668-E4FD9C421C90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CBFCE9-478C-4A37-097A-2F2C50BFC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5D709-B76C-4CB1-3089-BE0897B65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71A01-0916-7B44-8A8B-BBCDD5417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835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CB09F-79AB-B90E-F8FA-557554568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3B9EE8-B291-9A96-B382-DC453361BF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FAC8B-9903-B28D-2EEE-9C444A814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CF107-4F7A-6540-B668-E4FD9C421C90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BBE56-CADC-3F96-A752-68FB203EA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F7266-6DA5-6C83-CC16-6E43FB921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71A01-0916-7B44-8A8B-BBCDD5417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45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B58B47-6277-4BE5-2C96-09E2BB946C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5C28BD-F1F6-7CB5-8DFF-09E7DBA038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187BE-138B-F663-E0E4-BB1C7EEC7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CF107-4F7A-6540-B668-E4FD9C421C90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4DE12-54A8-573B-BFE9-C60FE41E2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E6EA8-3CB9-802E-9ED9-59838EAD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71A01-0916-7B44-8A8B-BBCDD5417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50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F9359F-643F-F663-178C-B6A731E26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31DF7-102B-95FB-BD93-538340338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F1E60-FA7E-8B72-5E00-4892FF2F87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0CF107-4F7A-6540-B668-E4FD9C421C90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6A1EC-51CA-DCE9-7C61-BDCA1B0C52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A3426-02B4-B14C-86D0-7142987F0B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A71A01-0916-7B44-8A8B-BBCDD5417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320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8A650D3-0A55-9312-9133-B1B953412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460978"/>
            <a:ext cx="1860815" cy="24460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D05083-6BC2-5703-23CD-3F99467E9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17" y="190304"/>
            <a:ext cx="2862775" cy="1127760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4E5E3192-2BB1-7EBD-941E-20BE1B85F65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524000" y="1854498"/>
            <a:ext cx="8813118" cy="9233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 Language-Independent Approach for Tracking Source Code Lines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8" name="Picture 4" descr="Blank Avatar Images – Browse 61,149 ...">
            <a:extLst>
              <a:ext uri="{FF2B5EF4-FFF2-40B4-BE49-F238E27FC236}">
                <a16:creationId xmlns:a16="http://schemas.microsoft.com/office/drawing/2014/main" id="{A3306689-3530-52C6-6243-9486E72E8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0743" y="3009019"/>
            <a:ext cx="1977052" cy="1977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329BAC2-CC3B-8BE5-8AAE-5049112DD2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63"/>
          <a:stretch>
            <a:fillRect/>
          </a:stretch>
        </p:blipFill>
        <p:spPr bwMode="auto">
          <a:xfrm>
            <a:off x="8366069" y="2791351"/>
            <a:ext cx="1860815" cy="2186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1D84E9-3E6F-AC11-D981-B52DC0D9C039}"/>
              </a:ext>
            </a:extLst>
          </p:cNvPr>
          <p:cNvSpPr txBox="1"/>
          <p:nvPr/>
        </p:nvSpPr>
        <p:spPr>
          <a:xfrm>
            <a:off x="1524000" y="4986071"/>
            <a:ext cx="1860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Emmanuel </a:t>
            </a:r>
            <a:r>
              <a:rPr lang="en-US" dirty="0" err="1"/>
              <a:t>Omunua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C6FF3A-C63B-84A2-7FB0-A028FBFDDB0F}"/>
              </a:ext>
            </a:extLst>
          </p:cNvPr>
          <p:cNvSpPr txBox="1"/>
          <p:nvPr/>
        </p:nvSpPr>
        <p:spPr>
          <a:xfrm>
            <a:off x="3889334" y="4978111"/>
            <a:ext cx="1758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Christian-Anthony Yager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D407B2-51A0-80C2-32C2-5708726577B9}"/>
              </a:ext>
            </a:extLst>
          </p:cNvPr>
          <p:cNvSpPr txBox="1"/>
          <p:nvPr/>
        </p:nvSpPr>
        <p:spPr>
          <a:xfrm>
            <a:off x="6096000" y="5032596"/>
            <a:ext cx="1599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Haoyao</a:t>
            </a:r>
            <a:r>
              <a:rPr lang="en-US" dirty="0"/>
              <a:t> Sun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DF78C0-7025-DF93-D6E8-BE2B9F74C934}"/>
              </a:ext>
            </a:extLst>
          </p:cNvPr>
          <p:cNvSpPr txBox="1"/>
          <p:nvPr/>
        </p:nvSpPr>
        <p:spPr>
          <a:xfrm>
            <a:off x="8366069" y="5032596"/>
            <a:ext cx="1758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Ayesha Shakeel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71FE6C-039F-AABA-7437-6E2B38762080}"/>
              </a:ext>
            </a:extLst>
          </p:cNvPr>
          <p:cNvSpPr txBox="1"/>
          <p:nvPr/>
        </p:nvSpPr>
        <p:spPr>
          <a:xfrm>
            <a:off x="9017391" y="190304"/>
            <a:ext cx="2982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COMP3110 Team 41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5C2FC8A4-984C-8391-9272-164EF0F9F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4136" y="2777828"/>
            <a:ext cx="1641422" cy="2193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5163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1395</TotalTime>
  <Words>20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A Language-Independent Approach for Tracking Source Code Lines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ayesha shakeel</dc:creator>
  <cp:lastModifiedBy>ayesha shakeel</cp:lastModifiedBy>
  <cp:revision>2</cp:revision>
  <dcterms:created xsi:type="dcterms:W3CDTF">2025-12-13T00:52:09Z</dcterms:created>
  <dcterms:modified xsi:type="dcterms:W3CDTF">2025-12-14T00:07:14Z</dcterms:modified>
</cp:coreProperties>
</file>